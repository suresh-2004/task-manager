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11.png" ContentType="image/png"/>
  <Override PartName="/ppt/media/image10.png" ContentType="image/png"/>
  <Override PartName="/ppt/media/image9.png" ContentType="image/png"/>
  <Override PartName="/ppt/media/image13.png" ContentType="image/png"/>
  <Override PartName="/ppt/media/image8.png" ContentType="image/png"/>
  <Override PartName="/ppt/media/image5.png" ContentType="image/png"/>
  <Override PartName="/ppt/media/image7.png" ContentType="image/png"/>
  <Override PartName="/ppt/media/image12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6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2035440" y="2282040"/>
            <a:ext cx="8121240" cy="80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4800" spc="-1" strike="noStrike">
                <a:solidFill>
                  <a:srgbClr val="ffffff"/>
                </a:solidFill>
                <a:latin typeface="Helvetica-Bold"/>
                <a:ea typeface="Helvetica-Bold"/>
              </a:rPr>
              <a:t>Task Manager Application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228760" y="3272760"/>
            <a:ext cx="7734240" cy="50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ts val="3300"/>
              </a:lnSpc>
              <a:buNone/>
            </a:pPr>
            <a:r>
              <a:rPr b="0" lang="en-IN" sz="2100" spc="-1" strike="noStrike">
                <a:solidFill>
                  <a:srgbClr val="ffffff"/>
                </a:solidFill>
                <a:latin typeface="Arial"/>
                <a:ea typeface="Arial"/>
              </a:rPr>
              <a:t>A Full-Stack Java Web Project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228760" y="4080240"/>
            <a:ext cx="7734240" cy="39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ts val="2401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Arial"/>
              </a:rPr>
              <a:t>Prepared by: 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Suresh Kumar M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6286680" y="2228040"/>
            <a:ext cx="5429160" cy="2775240"/>
          </a:xfrm>
          <a:prstGeom prst="rect">
            <a:avLst/>
          </a:prstGeom>
          <a:ln w="0">
            <a:noFill/>
          </a:ln>
        </p:spPr>
      </p:pic>
      <p:sp>
        <p:nvSpPr>
          <p:cNvPr id="42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Project Overview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44" name=""/>
          <p:cNvSpPr txBox="1"/>
          <p:nvPr/>
        </p:nvSpPr>
        <p:spPr>
          <a:xfrm>
            <a:off x="476280" y="2228040"/>
            <a:ext cx="570060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Objective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6280" y="2790360"/>
            <a:ext cx="54291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To develop a robust, responsive web application for managing daily tasks effectively.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460920" y="2523600"/>
            <a:ext cx="50806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Target Audience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581880" y="3085560"/>
            <a:ext cx="48387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Individuals or small teams needing a simple organizational tool.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85800" y="36709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38080" y="367020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Create, Read, Update, and Delete (CRUD) tasks.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5800" y="41490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38080" y="414828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Organize tasks by Priority (High, Medium, Low).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85800" y="46270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38080" y="462600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Track task Status (Pending, In Progress, Completed).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85800" y="51051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38080" y="510408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Search and filter functionality.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8620200" y="3946320"/>
            <a:ext cx="762120" cy="76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476280" y="2001600"/>
            <a:ext cx="3556080" cy="380772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4317840" y="2001600"/>
            <a:ext cx="3556080" cy="380772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3"/>
          <a:stretch/>
        </p:blipFill>
        <p:spPr>
          <a:xfrm>
            <a:off x="8159760" y="2001600"/>
            <a:ext cx="3556080" cy="3807720"/>
          </a:xfrm>
          <a:prstGeom prst="rect">
            <a:avLst/>
          </a:prstGeom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Technology Stack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62" name=""/>
          <p:cNvSpPr txBox="1"/>
          <p:nvPr/>
        </p:nvSpPr>
        <p:spPr>
          <a:xfrm>
            <a:off x="697320" y="3106440"/>
            <a:ext cx="311364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Frontend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539240" y="3106440"/>
            <a:ext cx="311364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Backend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380800" y="3106440"/>
            <a:ext cx="311364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Database &amp; Tools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4"/>
          <a:stretch/>
        </p:blipFill>
        <p:spPr>
          <a:xfrm>
            <a:off x="2025720" y="2382480"/>
            <a:ext cx="457200" cy="45720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981000" y="36025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133640" y="36018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React.js (v18)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81000" y="40806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33640" y="407952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React Router DOM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81000" y="45586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33640" y="45576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Axios for API calls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81000" y="50367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33640" y="503568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Custom CSS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5"/>
          <a:stretch/>
        </p:blipFill>
        <p:spPr>
          <a:xfrm>
            <a:off x="5924520" y="2382480"/>
            <a:ext cx="343080" cy="45720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 txBox="1"/>
          <p:nvPr/>
        </p:nvSpPr>
        <p:spPr>
          <a:xfrm>
            <a:off x="4822920" y="36025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975200" y="36018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Java 17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822920" y="40806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975200" y="407952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Spring Boot (v3.1.5)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822920" y="45586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975200" y="45576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Spring Data JPA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822920" y="50367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975200" y="503568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Spring Web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6"/>
          <a:stretch/>
        </p:blipFill>
        <p:spPr>
          <a:xfrm>
            <a:off x="9737640" y="2382480"/>
            <a:ext cx="399960" cy="45720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8664480" y="36025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816760" y="36018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MySQL Database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664480" y="40806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816760" y="407952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Maven (Build tool)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664480" y="45586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816760" y="455760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Swagger UI (API Docs)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664480" y="50367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816760" y="5035680"/>
            <a:ext cx="260352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Lombok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6286680" y="2092320"/>
            <a:ext cx="5429160" cy="255816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Backend Architecture (Spring Boot)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95" name=""/>
          <p:cNvSpPr txBox="1"/>
          <p:nvPr/>
        </p:nvSpPr>
        <p:spPr>
          <a:xfrm>
            <a:off x="6460920" y="2387520"/>
            <a:ext cx="508068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1200" spc="-1" strike="noStrike">
                <a:solidFill>
                  <a:srgbClr val="19355c"/>
                </a:solidFill>
                <a:latin typeface="Helvetica-Bold"/>
                <a:ea typeface="Helvetica-Bold"/>
              </a:rPr>
              <a:t>REST Endpoints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581880" y="2739960"/>
            <a:ext cx="4838760" cy="153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GET /api/tasks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POST /api/tasks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GET /api/tasks/{id}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PUT /api/tasks/{id}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DELETE /api/tasks/{id}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</a:pPr>
            <a:r>
              <a:rPr b="0" lang="en-IN" sz="1200" spc="-1" strike="noStrike">
                <a:solidFill>
                  <a:srgbClr val="495467"/>
                </a:solidFill>
                <a:latin typeface="Arial"/>
                <a:ea typeface="Arial"/>
              </a:rPr>
              <a:t>GET /api/tasks/search?query=...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85800" y="209304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38080" y="2092320"/>
            <a:ext cx="5067360" cy="108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3082ce"/>
                </a:solidFill>
                <a:latin typeface="Arial"/>
                <a:ea typeface="Arial"/>
              </a:rPr>
              <a:t>Controller Layer:</a:t>
            </a: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 Handles HTTP requests (REST API) and routes them to the service layer. (e.g., TaskController)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85800" y="32511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38080" y="325008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3082ce"/>
                </a:solidFill>
                <a:latin typeface="Arial"/>
                <a:ea typeface="Arial"/>
              </a:rPr>
              <a:t>Service Layer:</a:t>
            </a: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 Contains business logic and interacts with the repository. (e.g., TaskService)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85800" y="40737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38080" y="407268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3082ce"/>
                </a:solidFill>
                <a:latin typeface="Arial"/>
                <a:ea typeface="Arial"/>
              </a:rPr>
              <a:t>Repository Layer:</a:t>
            </a: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 Interface for database operations using Spring Data JPA. (e.g., TaskRepository)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85800" y="48963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38080" y="489564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3082ce"/>
                </a:solidFill>
                <a:latin typeface="Arial"/>
                <a:ea typeface="Arial"/>
              </a:rPr>
              <a:t>Model/Entity:</a:t>
            </a: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 Represents the database table structure. (e.g., Task)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Frontend Implementation (React)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107" name=""/>
          <p:cNvSpPr txBox="1"/>
          <p:nvPr/>
        </p:nvSpPr>
        <p:spPr>
          <a:xfrm>
            <a:off x="476280" y="1936080"/>
            <a:ext cx="570060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Component Structure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286680" y="1936080"/>
            <a:ext cx="570060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Key Features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85800" y="24321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38080" y="243144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App.js: Main routing container.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85800" y="29196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38080" y="291888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Dashboard.js: Summary statistics.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85800" y="34074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38080" y="340632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TaskList.js: Displays tasks in a table with search/filter controls.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85800" y="42300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38080" y="422892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TaskForm.js: Reusable component for creating and editing tasks.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85800" y="50529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38080" y="5051880"/>
            <a:ext cx="5067360" cy="67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Login.js / Register.js: UI for authentication flows.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496200" y="24321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648480" y="243144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State management using React Hooks (useState, useEffect).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96200" y="32644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648480" y="326340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Client-side routing with react-router-dom.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496200" y="37519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648480" y="3751200"/>
            <a:ext cx="50673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Asynchronous API communication via axios.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496200" y="423972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648480" y="4238640"/>
            <a:ext cx="506736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Clean, responsive CSS styling without external UI libraries to demonstrate core CSS skills.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Database Schema (MySQL)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129" name=""/>
          <p:cNvSpPr txBox="1"/>
          <p:nvPr/>
        </p:nvSpPr>
        <p:spPr>
          <a:xfrm>
            <a:off x="476280" y="1970640"/>
            <a:ext cx="112395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The application uses a single primary table named tasks.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130" name=""/>
          <p:cNvGraphicFramePr/>
          <p:nvPr/>
        </p:nvGraphicFramePr>
        <p:xfrm>
          <a:off x="476280" y="2505960"/>
          <a:ext cx="11229840" cy="3543120"/>
        </p:xfrm>
        <a:graphic>
          <a:graphicData uri="http://schemas.openxmlformats.org/drawingml/2006/table">
            <a:tbl>
              <a:tblPr/>
              <a:tblGrid>
                <a:gridCol w="2503080"/>
                <a:gridCol w="2400480"/>
                <a:gridCol w="6326640"/>
              </a:tblGrid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4e81bd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4e81bd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4e81bd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8ecf3"/>
                    </a:solidFill>
                  </a:tcPr>
                </a:tc>
              </a:tr>
              <a:tr h="506160"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476280" y="1809000"/>
            <a:ext cx="5477040" cy="419220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2"/>
          <a:stretch/>
        </p:blipFill>
        <p:spPr>
          <a:xfrm>
            <a:off x="6238800" y="1809000"/>
            <a:ext cx="5477040" cy="419220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 txBox="1"/>
          <p:nvPr/>
        </p:nvSpPr>
        <p:spPr>
          <a:xfrm>
            <a:off x="476280" y="476280"/>
            <a:ext cx="11715840" cy="5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33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Challenges &amp; Key Learnings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76280" y="1123920"/>
            <a:ext cx="11239920" cy="19440"/>
          </a:xfrm>
          <a:custGeom>
            <a:avLst/>
            <a:gdLst/>
            <a:ahLst/>
            <a:rect l="0" t="0" r="r" b="b"/>
            <a:pathLst>
              <a:path w="31222" h="54">
                <a:moveTo>
                  <a:pt x="0" y="0"/>
                </a:moveTo>
                <a:lnTo>
                  <a:pt x="31222" y="0"/>
                </a:lnTo>
                <a:lnTo>
                  <a:pt x="312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649440" y="2913840"/>
            <a:ext cx="513072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Challenges Faced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411960" y="2913840"/>
            <a:ext cx="513072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2100" spc="-1" strike="noStrike">
                <a:solidFill>
                  <a:srgbClr val="2a6bb0"/>
                </a:solidFill>
                <a:latin typeface="Helvetica-Bold"/>
                <a:ea typeface="Helvetica-Bold"/>
              </a:rPr>
              <a:t>What I Learned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2986200" y="2190240"/>
            <a:ext cx="457200" cy="4572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 txBox="1"/>
          <p:nvPr/>
        </p:nvSpPr>
        <p:spPr>
          <a:xfrm>
            <a:off x="981000" y="34102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133640" y="3409200"/>
            <a:ext cx="4524480" cy="108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Handling CORS (Cross-Origin Resource Sharing) between React (port 3000) and Spring Boot (port 8080).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981000" y="45586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133640" y="4557600"/>
            <a:ext cx="4524480" cy="108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Managing React component state for editing existing tasks vs. creating new ones using the same form.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4"/>
          <a:stretch/>
        </p:blipFill>
        <p:spPr>
          <a:xfrm>
            <a:off x="8691480" y="2190240"/>
            <a:ext cx="571680" cy="45720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 txBox="1"/>
          <p:nvPr/>
        </p:nvSpPr>
        <p:spPr>
          <a:xfrm>
            <a:off x="6743880" y="341028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896160" y="3409200"/>
            <a:ext cx="452448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Practical implementation of RESTful principles.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743880" y="388836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896160" y="3887280"/>
            <a:ext cx="452448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Connecting a React frontend to a Spring Boot backend database via API calls.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743880" y="4701600"/>
            <a:ext cx="76320" cy="33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•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896160" y="4700520"/>
            <a:ext cx="4524480" cy="7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599"/>
              </a:lnSpc>
              <a:buNone/>
            </a:pPr>
            <a:r>
              <a:rPr b="0" lang="en-IN" sz="1600" spc="-1" strike="noStrike">
                <a:solidFill>
                  <a:srgbClr val="495467"/>
                </a:solidFill>
                <a:latin typeface="Arial"/>
                <a:ea typeface="Arial"/>
              </a:rPr>
              <a:t>Using Spring Data JPA to simplify database queries (e.g., custom search queries).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6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4401000" y="2586960"/>
            <a:ext cx="3390480" cy="80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IN" sz="4800" spc="-1" strike="noStrike">
                <a:solidFill>
                  <a:srgbClr val="ffffff"/>
                </a:solidFill>
                <a:latin typeface="Helvetica-Bold"/>
                <a:ea typeface="Helvetica-Bold"/>
              </a:rPr>
              <a:t>Thank You</a:t>
            </a:r>
            <a:endParaRPr b="0" lang="en-IN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PPTXPresentationEditor/1.2.0.0$MacOSX_AARCH64 LibreOffice_project/e114eadc50a9ff8d8c8a0567d6da8f454beeb84f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